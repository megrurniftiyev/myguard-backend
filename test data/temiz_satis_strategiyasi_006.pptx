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Sentyabr Satış Strategiyası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Baku Business Solutions MMC</a:t>
            </a:r>
          </a:p>
          <a:p>
            <a:r>
              <a:t>25.08.2026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İyul–Avqust nəticələri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Avqust üzrə satış gəliri 428 600 AZN</a:t>
            </a:r>
          </a:p>
          <a:p>
            <a:pPr/>
            <a:r>
              <a:t>Planın icrası 92%</a:t>
            </a:r>
          </a:p>
          <a:p>
            <a:pPr/>
            <a:r>
              <a:t>B2B seqmentində artım müşahidə olunur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Satış hunisi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Yeni müştərilərin payı 31%</a:t>
            </a:r>
          </a:p>
          <a:p>
            <a:pPr/>
            <a:r>
              <a:t>Təkrar satışların payı 54%</a:t>
            </a:r>
          </a:p>
          <a:p>
            <a:pPr/>
            <a:r>
              <a:t>Kiçik biznes seqmentində potensial yüksəkdir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Müştəri seqmentləri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B2B: yüksək orta sifariş məbləği</a:t>
            </a:r>
          </a:p>
          <a:p>
            <a:pPr/>
            <a:r>
              <a:t>SMB: daha sürətli qərar dövrü</a:t>
            </a:r>
          </a:p>
          <a:p>
            <a:pPr/>
            <a:r>
              <a:t>Pərakəndə: yüksək həcm, aşağı orta səbət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Kampaniya planı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Rəqəmsal kanallarda rəqabət artır</a:t>
            </a:r>
          </a:p>
          <a:p>
            <a:pPr/>
            <a:r>
              <a:t>Qiymət həssaslığı əsas riskdir</a:t>
            </a:r>
          </a:p>
          <a:p>
            <a:pPr/>
            <a:r>
              <a:t>Xidmət sürəti fərqləndirici amildir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və ölçmə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Sentyabr üçün seqmentləşdirilmiş kampaniya</a:t>
            </a:r>
          </a:p>
          <a:p>
            <a:pPr/>
            <a:r>
              <a:t>Satış komandasına həftəlik KPI</a:t>
            </a:r>
          </a:p>
          <a:p>
            <a:pPr/>
            <a:r>
              <a:t>Müştəri geri dönüşlərinin ayrıca ölçülməsi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 günlük fəaliyyət planı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Həftə 1: kampaniya hazırlığı</a:t>
            </a:r>
          </a:p>
          <a:p>
            <a:pPr/>
            <a:r>
              <a:t>Həftə 2–4: aktiv satış</a:t>
            </a:r>
          </a:p>
          <a:p>
            <a:pPr/>
            <a:r>
              <a:t>Ay 2–3: optimallaşdırma və genişləndirmə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