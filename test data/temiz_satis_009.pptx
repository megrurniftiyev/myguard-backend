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2026 Satış Performansı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III rüb üçün rəhbərlik təqdimatı</a:t>
            </a:r>
            <a:br/>
            <a:r>
              <a:t>25 avqust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İcra xülasəsi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I yarımil gəliri: 4,82 mln AZN</a:t>
            </a:r>
            <a:br/>
            <a:r>
              <a:t>• Plan icrası: 95,7%</a:t>
            </a:r>
            <a:br/>
            <a:r>
              <a:t>• Aktiv müştəri sayı: 286</a:t>
            </a:r>
            <a:br/>
            <a:r>
              <a:t>• Orta müqavilə dəyəri: 16,9 min AZN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Kanal nəticələri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Birbaşa satış — 48% gəlir payı</a:t>
            </a:r>
            <a:br/>
            <a:r>
              <a:t>Partnyor kanalı — 31%</a:t>
            </a:r>
            <a:br/>
            <a:r>
              <a:t>Onlayn kanal — 21%</a:t>
            </a:r>
            <a:br/>
            <a:br/>
            <a:r>
              <a:t>Ən yüksək artım: onlayn kanal, +14%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Regional göstəricilər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Bakı: 2,61 mln AZN</a:t>
            </a:r>
            <a:br/>
            <a:r>
              <a:t>Şimal: 0,84 mln AZN</a:t>
            </a:r>
            <a:br/>
            <a:r>
              <a:t>Qərb: 0,71 mln AZN</a:t>
            </a:r>
            <a:br/>
            <a:r>
              <a:t>Digər: 0,66 mln AZN</a:t>
            </a:r>
            <a:br/>
            <a:br/>
            <a:r>
              <a:t>Əsas diqqət: Qərb regionunda yeni hesabların aktivləşdirilməsi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Əsas problemlər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İki iri müqavilənin III rübə keçməsi</a:t>
            </a:r>
            <a:br/>
            <a:r>
              <a:t>• Satış dövrünün orta hesabla 9 gün uzanması</a:t>
            </a:r>
            <a:br/>
            <a:r>
              <a:t>• Yüksək potensiallı hesabların follow-up intizamının zəifləməsi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Növbəti rüb planı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Pipeline coverage ≥ 3,0x</a:t>
            </a:r>
            <a:br/>
            <a:r>
              <a:t>• 35 yeni korporativ hesab</a:t>
            </a:r>
            <a:br/>
            <a:r>
              <a:t>• Satış dövrünü 9 gündən çox uzatmamaq</a:t>
            </a:r>
            <a:br/>
            <a:r>
              <a:t>• Həftəlik rəhbərlik dashboard-u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Növbəti addımlar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1. Top-30 hesab üzrə fərdi planlar</a:t>
            </a:r>
            <a:br/>
            <a:r>
              <a:t>2. Region rəhbərləri ilə həftəlik review</a:t>
            </a:r>
            <a:br/>
            <a:r>
              <a:t>3. İtirilmiş təkliflərin səbəb analizi</a:t>
            </a:r>
            <a:br/>
            <a:r>
              <a:t>4. III rüb forecast-in hər cümə yenilənməsi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